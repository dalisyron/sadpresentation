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2" y="0"/>
            <a:ext cx="8915399" cy="2262781"/>
          </a:xfrm>
        </p:spPr>
        <p:txBody>
          <a:bodyPr>
            <a:normAutofit/>
          </a:bodyPr>
          <a:lstStyle/>
          <a:p>
            <a:pPr algn="r" rtl="1"/>
            <a:r>
              <a:rPr lang="fa-IR" sz="3200" dirty="0" smtClean="0"/>
              <a:t>ایده هایی برای درس تحلیل و طراحی سیستم ها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2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09"/>
            <a:ext cx="8911687" cy="1828145"/>
          </a:xfrm>
        </p:spPr>
        <p:txBody>
          <a:bodyPr>
            <a:normAutofit/>
          </a:bodyPr>
          <a:lstStyle/>
          <a:p>
            <a:pPr algn="r"/>
            <a:r>
              <a:rPr lang="fa-IR" dirty="0" smtClean="0"/>
              <a:t>ایده: سرویسی آنلاین ساخت موزیک</a:t>
            </a:r>
            <a:br>
              <a:rPr lang="fa-IR" dirty="0" smtClean="0"/>
            </a:br>
            <a:r>
              <a:rPr lang="fa-IR" sz="1800" dirty="0"/>
              <a:t>هنرمندان و افراد علاقه مند به ساخت موسیقی در سراسر جهان را شناسایی کنید و با همکاری هم موزیک بسازید.</a:t>
            </a:r>
            <a:r>
              <a:rPr lang="fa-IR" dirty="0"/>
              <a:t/>
            </a:r>
            <a:br>
              <a:rPr lang="fa-I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707178"/>
            <a:ext cx="8915400" cy="3777622"/>
          </a:xfrm>
        </p:spPr>
        <p:txBody>
          <a:bodyPr/>
          <a:lstStyle/>
          <a:p>
            <a:pPr algn="r" rtl="1"/>
            <a:r>
              <a:rPr lang="fa-IR" dirty="0" smtClean="0"/>
              <a:t>توانایی های خود را در پروفایلتان درج کنید.</a:t>
            </a:r>
          </a:p>
          <a:p>
            <a:pPr algn="r" rtl="1"/>
            <a:r>
              <a:rPr lang="fa-IR" dirty="0" smtClean="0"/>
              <a:t>گروه موسیقی خودتون رو بسازید.</a:t>
            </a:r>
          </a:p>
          <a:p>
            <a:pPr algn="r" rtl="1"/>
            <a:r>
              <a:rPr lang="fa-IR" dirty="0" smtClean="0"/>
              <a:t>با همکاری هم یک آهنگ بسازید.</a:t>
            </a:r>
          </a:p>
        </p:txBody>
      </p:sp>
    </p:spTree>
    <p:extLst>
      <p:ext uri="{BB962C8B-B14F-4D97-AF65-F5344CB8AC3E}">
        <p14:creationId xmlns:p14="http://schemas.microsoft.com/office/powerpoint/2010/main" val="61398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/>
              <a:t>ایده: خفت!</a:t>
            </a:r>
            <a:br>
              <a:rPr lang="fa-IR" dirty="0" smtClean="0"/>
            </a:br>
            <a:r>
              <a:rPr lang="fa-IR" sz="1800" dirty="0" smtClean="0"/>
              <a:t>خرید، فروش و تبادل کتاب.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کتاب های قدیمی خود را برای فروش یا مبادله با دانشجو های سراسر کشور به اشتراک بذارید.</a:t>
            </a:r>
          </a:p>
          <a:p>
            <a:pPr algn="r" rtl="1"/>
            <a:r>
              <a:rPr lang="fa-IR" dirty="0" smtClean="0"/>
              <a:t>کتاب های مورد نظر خود را از دانشجو های دیگر خریداری کنید.</a:t>
            </a:r>
          </a:p>
          <a:p>
            <a:pPr algn="r" rtl="1"/>
            <a:r>
              <a:rPr lang="fa-IR" dirty="0" smtClean="0"/>
              <a:t>شهر کتاب مردمی : همه چیز به طور </a:t>
            </a:r>
            <a:r>
              <a:rPr lang="en-US" dirty="0" smtClean="0"/>
              <a:t>Decentralized</a:t>
            </a:r>
            <a:r>
              <a:rPr lang="fa-IR" dirty="0" smtClean="0"/>
              <a:t> اتفاق می افتد. نقش سرویس ما فقط لینک کردن شما به دیگر دانشجو هاست.</a:t>
            </a:r>
          </a:p>
        </p:txBody>
      </p:sp>
    </p:spTree>
    <p:extLst>
      <p:ext uri="{BB962C8B-B14F-4D97-AF65-F5344CB8AC3E}">
        <p14:creationId xmlns:p14="http://schemas.microsoft.com/office/powerpoint/2010/main" val="398222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/>
              <a:t>ایده: </a:t>
            </a:r>
            <a:r>
              <a:rPr lang="fa-IR" dirty="0"/>
              <a:t>پردازش تصویر </a:t>
            </a:r>
            <a:r>
              <a:rPr lang="fa-IR" dirty="0" smtClean="0"/>
              <a:t>خودرو ها</a:t>
            </a:r>
            <a:br>
              <a:rPr lang="fa-IR" dirty="0" smtClean="0"/>
            </a:br>
            <a:r>
              <a:rPr lang="fa-IR" sz="1800" dirty="0" smtClean="0"/>
              <a:t>اطلاعات اولیه مربوط به خودرو را با گرفتن دوربین جلوی آن مشاهده کنید.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امکان مشاهده اطلاعاتی چون مدل، کارخانه و پلاک ماشین</a:t>
            </a:r>
          </a:p>
          <a:p>
            <a:pPr algn="r" rtl="1"/>
            <a:r>
              <a:rPr lang="fa-IR" dirty="0" smtClean="0"/>
              <a:t>نمایش به طور زنده روی تصویر دوربین (</a:t>
            </a:r>
            <a:r>
              <a:rPr lang="en-US" dirty="0" smtClean="0"/>
              <a:t>Augmented Reality</a:t>
            </a:r>
            <a:r>
              <a:rPr lang="fa-IR" dirty="0" smtClean="0"/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60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/>
              <a:t>ایده</a:t>
            </a:r>
            <a:r>
              <a:rPr lang="fa-IR" dirty="0"/>
              <a:t>: توریست </a:t>
            </a:r>
            <a:r>
              <a:rPr lang="fa-IR" dirty="0" smtClean="0"/>
              <a:t>یاب</a:t>
            </a:r>
            <a:br>
              <a:rPr lang="fa-IR" dirty="0" smtClean="0"/>
            </a:br>
            <a:r>
              <a:rPr lang="fa-IR" sz="1800" dirty="0" smtClean="0"/>
              <a:t>هر سال چندین میلیون توریست به کشورمان می‌آیند. با این سرویس این افراد میتوانند با افراد بومی هر شهر ارتباط برقرار کنند و از آنها راهنمایی بگیرند.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امکان ارائه خدمات به صورت رایگان یا پولی</a:t>
            </a:r>
          </a:p>
          <a:p>
            <a:pPr algn="r" rtl="1"/>
            <a:r>
              <a:rPr lang="fa-IR" dirty="0" smtClean="0"/>
              <a:t>امکان پیدا کردن تورلیدر یا مترجم برای گروه های بزرگ</a:t>
            </a:r>
          </a:p>
          <a:p>
            <a:pPr algn="r" rtl="1"/>
            <a:r>
              <a:rPr lang="fa-IR" dirty="0" smtClean="0"/>
              <a:t>آشنا شدن با فرهنگ های جدید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0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ایده: موزیک پلیر </a:t>
            </a:r>
            <a:r>
              <a:rPr lang="fa-IR" dirty="0" smtClean="0"/>
              <a:t>اشتراکی</a:t>
            </a:r>
            <a:br>
              <a:rPr lang="fa-IR" dirty="0" smtClean="0"/>
            </a:br>
            <a:r>
              <a:rPr lang="fa-IR" sz="1800" dirty="0" smtClean="0"/>
              <a:t>وقتی از کنار یک کاربر دیگر با این موزیک پلیر رد شوید موسیقی به اشتراک گذاشته میشود و هر دو به یک آهنگ گوش می‌دهید.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استفاده از یک کاربر به عنوان </a:t>
            </a:r>
            <a:r>
              <a:rPr lang="en-US" dirty="0" smtClean="0"/>
              <a:t>Stream</a:t>
            </a:r>
            <a:r>
              <a:rPr lang="fa-IR" dirty="0" smtClean="0"/>
              <a:t> که بقیه افراد موسیقی را از آن میگیرند.</a:t>
            </a:r>
          </a:p>
          <a:p>
            <a:pPr algn="r" rtl="1"/>
            <a:r>
              <a:rPr lang="fa-IR" dirty="0" smtClean="0"/>
              <a:t>امکان ایجاد گروه بزرگ در دورهمی ها</a:t>
            </a:r>
          </a:p>
        </p:txBody>
      </p:sp>
    </p:spTree>
    <p:extLst>
      <p:ext uri="{BB962C8B-B14F-4D97-AF65-F5344CB8AC3E}">
        <p14:creationId xmlns:p14="http://schemas.microsoft.com/office/powerpoint/2010/main" val="5561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ایده: نوبت دهی </a:t>
            </a:r>
            <a:r>
              <a:rPr lang="fa-IR" dirty="0" smtClean="0"/>
              <a:t>انلاین</a:t>
            </a:r>
            <a:br>
              <a:rPr lang="fa-IR" dirty="0" smtClean="0"/>
            </a:br>
            <a:r>
              <a:rPr lang="fa-IR" sz="1800" dirty="0" smtClean="0"/>
              <a:t>گرفتن وقت، برای هر چیزی</a:t>
            </a:r>
            <a:r>
              <a:rPr lang="fa-IR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 smtClean="0"/>
              <a:t>یک نسخه مربوط به کسب و کار ها و یک نسخه مربوط به مشتریان</a:t>
            </a:r>
          </a:p>
          <a:p>
            <a:pPr algn="r" rtl="1"/>
            <a:r>
              <a:rPr lang="fa-IR" dirty="0" smtClean="0"/>
              <a:t>امکان گرفتن وقت برای هر کسب و کاری که از این سرویس استفاده می‌کند. برای مثال نانوایی!</a:t>
            </a:r>
          </a:p>
        </p:txBody>
      </p:sp>
    </p:spTree>
    <p:extLst>
      <p:ext uri="{BB962C8B-B14F-4D97-AF65-F5344CB8AC3E}">
        <p14:creationId xmlns:p14="http://schemas.microsoft.com/office/powerpoint/2010/main" val="376912014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</TotalTime>
  <Words>218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Tahoma</vt:lpstr>
      <vt:lpstr>Wingdings 3</vt:lpstr>
      <vt:lpstr>Wisp</vt:lpstr>
      <vt:lpstr>ایده هایی برای درس تحلیل و طراحی سیستم ها</vt:lpstr>
      <vt:lpstr>ایده: سرویسی آنلاین ساخت موزیک هنرمندان و افراد علاقه مند به ساخت موسیقی در سراسر جهان را شناسایی کنید و با همکاری هم موزیک بسازید. </vt:lpstr>
      <vt:lpstr>ایده: خفت! خرید، فروش و تبادل کتاب.</vt:lpstr>
      <vt:lpstr>ایده: پردازش تصویر خودرو ها اطلاعات اولیه مربوط به خودرو را با گرفتن دوربین جلوی آن مشاهده کنید.</vt:lpstr>
      <vt:lpstr>ایده: توریست یاب هر سال چندین میلیون توریست به کشورمان می‌آیند. با این سرویس این افراد میتوانند با افراد بومی هر شهر ارتباط برقرار کنند و از آنها راهنمایی بگیرند.</vt:lpstr>
      <vt:lpstr>ایده: موزیک پلیر اشتراکی وقتی از کنار یک کاربر دیگر با این موزیک پلیر رد شوید موسیقی به اشتراک گذاشته میشود و هر دو به یک آهنگ گوش می‌دهید.</vt:lpstr>
      <vt:lpstr>ایده: نوبت دهی انلاین گرفتن وقت، برای هر چیزی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ایده هایی برای درس تحلیل و طراحی سیستم ها</dc:title>
  <dc:creator>Mobin Dariush</dc:creator>
  <cp:lastModifiedBy>Mobin Dariush</cp:lastModifiedBy>
  <cp:revision>5</cp:revision>
  <dcterms:created xsi:type="dcterms:W3CDTF">2019-02-18T17:11:06Z</dcterms:created>
  <dcterms:modified xsi:type="dcterms:W3CDTF">2019-02-18T17:55:14Z</dcterms:modified>
</cp:coreProperties>
</file>